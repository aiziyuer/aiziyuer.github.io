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5"/>
  </p:normalViewPr>
  <p:slideViewPr>
    <p:cSldViewPr snapToGrid="0" snapToObjects="1">
      <p:cViewPr varScale="1">
        <p:scale>
          <a:sx n="124" d="100"/>
          <a:sy n="124" d="100"/>
        </p:scale>
        <p:origin x="208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E71B-1294-7C4B-90B4-3AEF6BECE0BB}" type="datetimeFigureOut">
              <a:rPr kumimoji="1" lang="zh-CN" altLang="en-US" smtClean="0"/>
              <a:t>2017/3/15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E281-B1BF-4C43-84BA-AE7AD6F90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9935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E71B-1294-7C4B-90B4-3AEF6BECE0BB}" type="datetimeFigureOut">
              <a:rPr kumimoji="1" lang="zh-CN" altLang="en-US" smtClean="0"/>
              <a:t>2017/3/15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E281-B1BF-4C43-84BA-AE7AD6F90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5496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E71B-1294-7C4B-90B4-3AEF6BECE0BB}" type="datetimeFigureOut">
              <a:rPr kumimoji="1" lang="zh-CN" altLang="en-US" smtClean="0"/>
              <a:t>2017/3/15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E281-B1BF-4C43-84BA-AE7AD6F90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9643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E71B-1294-7C4B-90B4-3AEF6BECE0BB}" type="datetimeFigureOut">
              <a:rPr kumimoji="1" lang="zh-CN" altLang="en-US" smtClean="0"/>
              <a:t>2017/3/15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E281-B1BF-4C43-84BA-AE7AD6F90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9679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E71B-1294-7C4B-90B4-3AEF6BECE0BB}" type="datetimeFigureOut">
              <a:rPr kumimoji="1" lang="zh-CN" altLang="en-US" smtClean="0"/>
              <a:t>2017/3/15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E281-B1BF-4C43-84BA-AE7AD6F90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7853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E71B-1294-7C4B-90B4-3AEF6BECE0BB}" type="datetimeFigureOut">
              <a:rPr kumimoji="1" lang="zh-CN" altLang="en-US" smtClean="0"/>
              <a:t>2017/3/15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E281-B1BF-4C43-84BA-AE7AD6F90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553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E71B-1294-7C4B-90B4-3AEF6BECE0BB}" type="datetimeFigureOut">
              <a:rPr kumimoji="1" lang="zh-CN" altLang="en-US" smtClean="0"/>
              <a:t>2017/3/15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E281-B1BF-4C43-84BA-AE7AD6F90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0489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E71B-1294-7C4B-90B4-3AEF6BECE0BB}" type="datetimeFigureOut">
              <a:rPr kumimoji="1" lang="zh-CN" altLang="en-US" smtClean="0"/>
              <a:t>2017/3/15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E281-B1BF-4C43-84BA-AE7AD6F90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0411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E71B-1294-7C4B-90B4-3AEF6BECE0BB}" type="datetimeFigureOut">
              <a:rPr kumimoji="1" lang="zh-CN" altLang="en-US" smtClean="0"/>
              <a:t>2017/3/15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E281-B1BF-4C43-84BA-AE7AD6F90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115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E71B-1294-7C4B-90B4-3AEF6BECE0BB}" type="datetimeFigureOut">
              <a:rPr kumimoji="1" lang="zh-CN" altLang="en-US" smtClean="0"/>
              <a:t>2017/3/15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E281-B1BF-4C43-84BA-AE7AD6F90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2884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E71B-1294-7C4B-90B4-3AEF6BECE0BB}" type="datetimeFigureOut">
              <a:rPr kumimoji="1" lang="zh-CN" altLang="en-US" smtClean="0"/>
              <a:t>2017/3/15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E281-B1BF-4C43-84BA-AE7AD6F90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7978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A6E71B-1294-7C4B-90B4-3AEF6BECE0BB}" type="datetimeFigureOut">
              <a:rPr kumimoji="1" lang="zh-CN" altLang="en-US" smtClean="0"/>
              <a:t>2017/3/15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AE281-B1BF-4C43-84BA-AE7AD6F90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794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132" y="1344648"/>
            <a:ext cx="1178246" cy="110573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071" y="873303"/>
            <a:ext cx="947195" cy="20651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765" y="976043"/>
            <a:ext cx="1859623" cy="185962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761" y="3290931"/>
            <a:ext cx="1055505" cy="990550"/>
          </a:xfrm>
          <a:prstGeom prst="rect">
            <a:avLst/>
          </a:prstGeom>
        </p:spPr>
      </p:pic>
      <p:cxnSp>
        <p:nvCxnSpPr>
          <p:cNvPr id="9" name="直线连接符 8"/>
          <p:cNvCxnSpPr>
            <a:stCxn id="4" idx="3"/>
            <a:endCxn id="5" idx="1"/>
          </p:cNvCxnSpPr>
          <p:nvPr/>
        </p:nvCxnSpPr>
        <p:spPr>
          <a:xfrm>
            <a:off x="3003378" y="1897517"/>
            <a:ext cx="1313693" cy="8339"/>
          </a:xfrm>
          <a:prstGeom prst="line">
            <a:avLst/>
          </a:prstGeom>
          <a:ln w="38100">
            <a:solidFill>
              <a:schemeClr val="accent1"/>
            </a:solidFill>
            <a:prstDash val="sysDot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1" name="直线连接符 10"/>
          <p:cNvCxnSpPr>
            <a:stCxn id="5" idx="3"/>
            <a:endCxn id="6" idx="1"/>
          </p:cNvCxnSpPr>
          <p:nvPr/>
        </p:nvCxnSpPr>
        <p:spPr>
          <a:xfrm flipV="1">
            <a:off x="5264266" y="1905855"/>
            <a:ext cx="1182499" cy="1"/>
          </a:xfrm>
          <a:prstGeom prst="line">
            <a:avLst/>
          </a:prstGeom>
          <a:ln w="38100">
            <a:solidFill>
              <a:schemeClr val="accent1"/>
            </a:solidFill>
            <a:prstDash val="sysDot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5" name="直线连接符 24"/>
          <p:cNvCxnSpPr>
            <a:stCxn id="36" idx="2"/>
            <a:endCxn id="43" idx="1"/>
          </p:cNvCxnSpPr>
          <p:nvPr/>
        </p:nvCxnSpPr>
        <p:spPr>
          <a:xfrm>
            <a:off x="2388993" y="3290931"/>
            <a:ext cx="1625207" cy="1512486"/>
          </a:xfrm>
          <a:prstGeom prst="line">
            <a:avLst/>
          </a:prstGeom>
          <a:ln w="38100">
            <a:solidFill>
              <a:schemeClr val="accent1"/>
            </a:solidFill>
            <a:prstDash val="solid"/>
            <a:headEnd type="arrow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8" name="直线连接符 27"/>
          <p:cNvCxnSpPr>
            <a:stCxn id="44" idx="2"/>
            <a:endCxn id="43" idx="3"/>
          </p:cNvCxnSpPr>
          <p:nvPr/>
        </p:nvCxnSpPr>
        <p:spPr>
          <a:xfrm flipH="1">
            <a:off x="5458826" y="3461450"/>
            <a:ext cx="1917751" cy="1341967"/>
          </a:xfrm>
          <a:prstGeom prst="line">
            <a:avLst/>
          </a:prstGeom>
          <a:ln w="38100">
            <a:solidFill>
              <a:schemeClr val="accent1"/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1666680" y="2644600"/>
            <a:ext cx="1444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Server:</a:t>
            </a:r>
            <a:r>
              <a:rPr kumimoji="1" lang="zh-CN" altLang="en-US" dirty="0" smtClean="0"/>
              <a:t> </a:t>
            </a:r>
            <a:endParaRPr kumimoji="1" lang="en-US" altLang="zh-CN" dirty="0" smtClean="0"/>
          </a:p>
          <a:p>
            <a:r>
              <a:rPr kumimoji="1" lang="en-US" altLang="zh-CN" dirty="0" smtClean="0"/>
              <a:t>172.200.0.20</a:t>
            </a:r>
            <a:endParaRPr kumimoji="1" lang="zh-CN" altLang="en-US" dirty="0"/>
          </a:p>
        </p:txBody>
      </p:sp>
      <p:sp>
        <p:nvSpPr>
          <p:cNvPr id="43" name="文本框 42"/>
          <p:cNvSpPr txBox="1"/>
          <p:nvPr/>
        </p:nvSpPr>
        <p:spPr>
          <a:xfrm>
            <a:off x="4014200" y="4480251"/>
            <a:ext cx="1444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/>
              <a:t>VPN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Server:</a:t>
            </a:r>
            <a:r>
              <a:rPr kumimoji="1" lang="zh-CN" altLang="en-US" dirty="0" smtClean="0"/>
              <a:t> </a:t>
            </a:r>
            <a:endParaRPr kumimoji="1" lang="en-US" altLang="zh-CN" dirty="0" smtClean="0"/>
          </a:p>
          <a:p>
            <a:r>
              <a:rPr kumimoji="1" lang="en-US" altLang="zh-CN" dirty="0" smtClean="0"/>
              <a:t>172.200.0.10</a:t>
            </a:r>
            <a:endParaRPr kumimoji="1"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6598159" y="2815119"/>
            <a:ext cx="1556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/>
              <a:t>Mac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OS:</a:t>
            </a:r>
            <a:r>
              <a:rPr kumimoji="1" lang="zh-CN" altLang="en-US" dirty="0" smtClean="0"/>
              <a:t> </a:t>
            </a:r>
            <a:endParaRPr kumimoji="1" lang="en-US" altLang="zh-CN" dirty="0" smtClean="0"/>
          </a:p>
          <a:p>
            <a:r>
              <a:rPr kumimoji="1" lang="is-IS" altLang="zh-CN" dirty="0" smtClean="0"/>
              <a:t>192.168.1.104</a:t>
            </a:r>
            <a:endParaRPr kumimoji="1" lang="zh-CN" altLang="en-US" dirty="0"/>
          </a:p>
        </p:txBody>
      </p:sp>
      <p:sp>
        <p:nvSpPr>
          <p:cNvPr id="52" name="文本框 51"/>
          <p:cNvSpPr txBox="1"/>
          <p:nvPr/>
        </p:nvSpPr>
        <p:spPr>
          <a:xfrm>
            <a:off x="5528210" y="3400843"/>
            <a:ext cx="12105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 smtClean="0"/>
              <a:t>端口映射</a:t>
            </a:r>
            <a:r>
              <a:rPr kumimoji="1" lang="en-US" altLang="zh-CN" dirty="0" smtClean="0"/>
              <a:t>:</a:t>
            </a:r>
          </a:p>
          <a:p>
            <a:r>
              <a:rPr kumimoji="1" lang="en-US" altLang="zh-CN" dirty="0" smtClean="0"/>
              <a:t>1194:1194</a:t>
            </a:r>
            <a:endParaRPr kumimoji="1" lang="zh-CN" altLang="en-US" dirty="0"/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078" y="1737514"/>
            <a:ext cx="336681" cy="336681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968" y="1737512"/>
            <a:ext cx="336683" cy="336683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36" y="4145040"/>
            <a:ext cx="1275670" cy="72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049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16</Words>
  <Application>Microsoft Macintosh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DengXian</vt:lpstr>
      <vt:lpstr>DengXian Light</vt:lpstr>
      <vt:lpstr>Arial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 zi</dc:creator>
  <cp:lastModifiedBy>yu zi</cp:lastModifiedBy>
  <cp:revision>12</cp:revision>
  <dcterms:created xsi:type="dcterms:W3CDTF">2017-03-15T15:52:00Z</dcterms:created>
  <dcterms:modified xsi:type="dcterms:W3CDTF">2017-03-15T16:13:49Z</dcterms:modified>
</cp:coreProperties>
</file>